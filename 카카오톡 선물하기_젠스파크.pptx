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01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D322A-FF73-6F03-D950-3E2F947D5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3CC786-887E-DA7D-9462-1E002EE6B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3A3AC2-C5FB-A1CB-1FCD-37EF01F3C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8399-73C1-4425-A3FA-A78392476206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3A3F6D-EDDC-F47B-E643-F0AB3ED82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FE4F26-54AA-3F71-F922-AF65A4B14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89E39-A552-4D58-847C-62F53A35E6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661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DCC8AB-B174-11E9-C59E-E0EF3DCE2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4596B4-1B94-852F-C3D6-1E749D42E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F06996-F255-B888-9EF0-B94D03D8E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8399-73C1-4425-A3FA-A78392476206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8E0B3C-E467-0433-0F22-6813B5496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259D04-0C04-FADF-1762-B9951C467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89E39-A552-4D58-847C-62F53A35E6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189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13589F-3A38-20E0-38B5-AD3153F1B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99FCEE-248E-8878-749D-A49CE090E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BD76F4-0C05-3984-FBC6-55D77A2E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8399-73C1-4425-A3FA-A78392476206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8AA47A-081A-8F02-0440-A316CDC47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61A3B4-B931-3865-1B85-544EDEC7F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89E39-A552-4D58-847C-62F53A35E6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0634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2AA62-2685-B4CF-C28C-5A8DBF70F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23F8FA-E598-B931-2F9E-4A3BAEC817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0B0DCD-ECC5-8F8E-88EC-C6E8DBC7A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B1B468-99FB-F5FE-510A-707A5EC04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8399-73C1-4425-A3FA-A78392476206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1A20A8-C10C-E8F8-8243-A3E1099F3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E1EBF9-6ECD-52B4-B952-40A45BCB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89E39-A552-4D58-847C-62F53A35E6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159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3A0F24-1022-E6FB-3734-C6A28560F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B55E87-1600-BBC3-14FF-41476D788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11EF45-EA61-1E26-BC40-FCF4CE458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B273E58-7C50-9310-2C7F-87BBDA5D3C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54E8185-E3F7-5C91-D830-1DCAB12F5F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BB838C7-0EB1-E37B-B463-A84C84DAC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8399-73C1-4425-A3FA-A78392476206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CA59739-B889-755B-56D0-D2FB035CC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3BF449-FB88-B6CF-D352-3E2DF2884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89E39-A552-4D58-847C-62F53A35E6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502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C0EC32-3E2D-94CD-14D7-344519D44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56F7878-761A-5FD2-AF0B-562693D12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8399-73C1-4425-A3FA-A78392476206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CF7AE13-388A-E81D-C3BA-4443A9A6D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57831-AEC1-33B5-8B07-B9B7CD29C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89E39-A552-4D58-847C-62F53A35E6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719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F05B3BD-EDA8-45B3-F29C-F83577AA6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8399-73C1-4425-A3FA-A78392476206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F39F57E-5A38-B91B-368B-3498ADC57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B9880C-B402-E3DF-D431-B6EAC3C3E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89E39-A552-4D58-847C-62F53A35E6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960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AF44FC-3B8A-7E44-467F-C40361F0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30F401-894B-E622-C72D-A77FAB57C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A2F6F4-823D-9F9D-12AC-7F452A33E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92C557-63A3-DE2C-6CEB-2BF685E7F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8399-73C1-4425-A3FA-A78392476206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D3E99F-07B4-0175-C8FE-08A5FAF8E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922D9E-E6F6-4ECD-03EE-0593B123D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89E39-A552-4D58-847C-62F53A35E6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439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27F5B0-5AAD-4862-3128-A24911F7F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A0557D8-CE10-EB43-727D-1083DDCA65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E89951-B108-DF60-2294-154E678BC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616892-F5C7-DC94-B76C-03EFE70F9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8399-73C1-4425-A3FA-A78392476206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4392CD-D386-EBAA-646D-9D87ECC35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3C9DA4-E1C9-32C6-DD84-5B0D45B73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89E39-A552-4D58-847C-62F53A35E6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014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81E447-6B35-7D93-C56E-9CA63FDCE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813E39-3709-54C8-69EE-6375D0330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A2327-97DA-B755-36BD-82962D261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8399-73C1-4425-A3FA-A78392476206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1DD474-1B42-7189-B1B3-89B58E7DE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5910CA-294D-8E2B-2DBC-47BA6A5E4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89E39-A552-4D58-847C-62F53A35E6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948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4078057-6668-5AEE-D56B-D315FC33D1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188357-402D-095E-2890-CEE4ECCEB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F34368-379E-50C4-1C6B-5A08AE9BB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8399-73C1-4425-A3FA-A78392476206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118365-D1B0-3FAC-B5B9-3640A8996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356FAD-9025-FEBE-DFD5-2C9128015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89E39-A552-4D58-847C-62F53A35E6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189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06CF39A-6594-5970-0B0C-54FB85F94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001AE7-B341-0474-D127-0419051E6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B5488C-D85D-47D2-3009-CB73237A52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5A8399-73C1-4425-A3FA-A78392476206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5C9AEC-C4C4-7361-3D18-EB4EF5034E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43D94D-0F69-6148-5DB6-08F72B776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89E39-A552-4D58-847C-62F53A35E6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576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843268-A1CF-0F11-9D9D-6A602030F8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A0F6D89-4987-89AE-0A03-C24FA6FF90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E20C52C-FDD7-59E5-927B-0F1CB8398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533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799A61F-45D7-BCA1-2D02-C358ACE1F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181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8541557-12A5-DAFA-1BCE-1DFB97605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77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F38A7A9-980E-D56A-8E4B-2E587722F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038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F65F7E7-25DD-4867-DC25-77CF53A60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768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DBBF5C9-73F1-FD70-6797-37090A267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92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9845BC9-AEF4-FE30-98EE-BE6A2D998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372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D5817BF-1061-37D8-2E7D-8E4922871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42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7A01F36-FD1E-0276-FD92-D8A99963F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086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1F68051-188B-B622-1440-CEDB10732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1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AE2273B-6BB5-8508-8D32-36188F795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264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2CAA2C-E2DE-1B2A-2418-3EC4F4680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514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7F6BC05-3DF8-5E35-CA88-20C51ED9F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81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CEA49B-35F0-7E2E-CE8E-AF674626B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03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9A74AA9-B97B-7993-8B0E-63DA73842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483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D7D0774-42A6-3691-7A46-067DA0D6F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18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1DDF996-3D2D-4E7F-CE51-55E1B60C1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386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A54D65C-77A8-01C6-B50E-AEDC76EDD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58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D985919-124F-8954-D559-CEECB5DFF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12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BCC21FD-10A1-DC72-6C1A-23BC8F06C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505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2C82E96-0458-280A-327E-80B6669A3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09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D829471-BFFD-82CB-F726-8D56A65FF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0443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71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와이드스크린</PresentationFormat>
  <Paragraphs>0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SOYOUNG YUN</dc:creator>
  <cp:lastModifiedBy>SOYOUNG YUN</cp:lastModifiedBy>
  <cp:revision>1</cp:revision>
  <dcterms:created xsi:type="dcterms:W3CDTF">2026-04-09T05:17:25Z</dcterms:created>
  <dcterms:modified xsi:type="dcterms:W3CDTF">2026-04-09T05:23:40Z</dcterms:modified>
</cp:coreProperties>
</file>